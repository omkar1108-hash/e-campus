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8c1c2fc-e4b7-d035-1e71-19e32caaf25a}">
          <p14:sldIdLst>
            <p14:sldId id="256"/>
          </p14:sldIdLst>
        </p14:section>
        <p14:section name="Context" id="{13e984ce-4349-7ce0-e8ab-3a1506fe8df2}">
          <p14:sldIdLst>
            <p14:sldId id="257"/>
            <p14:sldId id="258"/>
          </p14:sldIdLst>
        </p14:section>
        <p14:section name="Features" id="{63e9996d-b8c0-0f7f-5494-f2d93082477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echnical" id="{81d49631-37cf-08a9-a7db-f60d7b9d4a2d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one app that covers classes, library, buses, communication and grievances for a college.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goal: one secure app where every role sees only what it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E-Campus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college management app for students, teachers and administration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Capstone project - Mobile Computing, MCA  |  Guide: Dr. Girish Tere  |  AIMSR / AIMTR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campus app?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on boards, attendance on paper, buses by phone call, complaints by word of mouth. Nothing is in one place.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3410712" y="1399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people, different needs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teachers, library staff, drivers and administrators each need a different view and different powers.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199632" y="1399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control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post, edit or see what must be enforced by the system, not by good manners.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E-Campus at a glance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roles with separate powers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2542032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42032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screens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4626864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 collections</a:t>
            </a:r>
            <a:endParaRPr lang="en-US" sz="1400" dirty="0"/>
          </a:p>
        </p:txBody>
      </p:sp>
      <p:sp>
        <p:nvSpPr>
          <p:cNvPr id="12" name="stat-card"/>
          <p:cNvSpPr/>
          <p:nvPr/>
        </p:nvSpPr>
        <p:spPr>
          <a:xfrm>
            <a:off x="6711696" y="1280160"/>
            <a:ext cx="19202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371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Runs on Android, Windows and the web (live at e-campus-de3be.web.app). Built with Flutter and Firebase on the free plan.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307 tests = 233 Flutter tests + 74 database-rule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roles, each with its own powers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powers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accounts, appoints Heads of Department, emergency alerts, activity log, sees who filed anonymous complaints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accounts (not admins/HODs), notices, buses and routes, reads all complaints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Edits the department timetable, chooses class representatives (2 girls + 2 boys), teaches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Attendance, assignments and notes, books (verified by library)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teachers' books, manages the e-library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Grievance Committee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and resolves complaints, replies to complainants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driver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and ends trips, shares live GPS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/ Class rep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bus, chat, timetable, attendance, assignments, complaints; class reps post news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made by administration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 sign-up. The new person gets a verification email and a link to set their own password. Accounts are disabled, never deleted.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828032" y="1399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 on the server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47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permission is checked again in Firestore security rules, so a modified app cannot bypass it.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9626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sees who created or disabled accounts, deleted books or changed complaints.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4828032" y="29992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29626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complaints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committee sees no name. Identity lives in a separate collection only the filer and administrator can read.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page and live dashboard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sign-in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and contacts, the sign-in form, features at a glance and public notices. Two columns on desktop, one on phones.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828032" y="1399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sign-in: a dashboard that works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4767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cards for your role: unread messages, notices, today's classes, assignments due, attendance %, books to verify, bus status, new complaints. Tap a card to open that section.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tools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weekly timetable per department. Only that department's Head of Department edits it; its students and teachers read it. Administration can view all.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3410712" y="1399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mark each lecture and can correct it. Students see their percentage per subject and overall, with a warning under 75%.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199632" y="139903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and notes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share links (Drive, OneDrive) with due dates. Students see their department's items. Only teachers and students see this section.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and emergency alerts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branches and groups: students, teachers, other staff, bus drivers or everyone. Alerts show a red banner and a one-time pop-up.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82803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476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One-to-one, real time. Edit, delete for everyone, pin, unread dots and a new-message banner. Department filter.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9626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badges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 in chat carries a coloured role label, so you know who you are talking to.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-bg"/>
          <p:cNvSpPr/>
          <p:nvPr/>
        </p:nvSpPr>
        <p:spPr>
          <a:xfrm>
            <a:off x="4828032" y="29992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29626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search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478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searches books, department news and the notices meant for you.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E-library with verification</a:t>
            </a:r>
            <a:endParaRPr lang="en-US" sz="3200" dirty="0"/>
          </a:p>
        </p:txBody>
      </p:sp>
      <p:sp>
        <p:nvSpPr>
          <p:cNvPr id="3" name="step"/>
          <p:cNvSpPr/>
          <p:nvPr/>
        </p:nvSpPr>
        <p:spPr>
          <a:xfrm>
            <a:off x="45720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ste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087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Teacher adds a book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691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&gt;</a:t>
            </a:r>
            <a:endParaRPr lang="en-US" sz="3000" dirty="0"/>
          </a:p>
        </p:txBody>
      </p:sp>
      <p:sp>
        <p:nvSpPr>
          <p:cNvPr id="7" name="step"/>
          <p:cNvSpPr/>
          <p:nvPr/>
        </p:nvSpPr>
        <p:spPr>
          <a:xfrm>
            <a:off x="329184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step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Library staff review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691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&gt;</a:t>
            </a:r>
            <a:endParaRPr lang="en-US" sz="3000" dirty="0"/>
          </a:p>
        </p:txBody>
      </p:sp>
      <p:sp>
        <p:nvSpPr>
          <p:cNvPr id="11" name="step"/>
          <p:cNvSpPr/>
          <p:nvPr/>
        </p:nvSpPr>
        <p:spPr>
          <a:xfrm>
            <a:off x="6126480" y="1371600"/>
            <a:ext cx="2377440" cy="137160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step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087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Approved: everyone sees it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Rejected? The teacher sees a short reason, fixes the book and sends it again.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Books carry cover pictures (gallery or fetched by ISBN). Library staff, admin staff and admin add books without approval. Uploaders can delete their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 tracking with routes</a:t>
            </a:r>
            <a:endParaRPr lang="en-US" sz="3200" dirty="0"/>
          </a:p>
        </p:txBody>
      </p:sp>
      <p:sp>
        <p:nvSpPr>
          <p:cNvPr id="3" name="bus-step"/>
          <p:cNvSpPr/>
          <p:nvPr/>
        </p:nvSpPr>
        <p:spPr>
          <a:xfrm>
            <a:off x="457200" y="128016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Admin sets start and end 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417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&gt;</a:t>
            </a:r>
            <a:endParaRPr lang="en-US" sz="2800" dirty="0"/>
          </a:p>
        </p:txBody>
      </p:sp>
      <p:sp>
        <p:nvSpPr>
          <p:cNvPr id="6" name="bus-step"/>
          <p:cNvSpPr/>
          <p:nvPr/>
        </p:nvSpPr>
        <p:spPr>
          <a:xfrm>
            <a:off x="3291840" y="128016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280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Driver starts trip, GPS is shared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4173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&gt;</a:t>
            </a:r>
            <a:endParaRPr lang="en-US" sz="2800" dirty="0"/>
          </a:p>
        </p:txBody>
      </p:sp>
      <p:sp>
        <p:nvSpPr>
          <p:cNvPr id="9" name="bus-step"/>
          <p:cNvSpPr/>
          <p:nvPr/>
        </p:nvSpPr>
        <p:spPr>
          <a:xfrm>
            <a:off x="6126480" y="128016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80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Reaches end: turns back to start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603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Route drawn on the map, with distance and trip time (road routing from OpenStreetMap data)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time left to the next stop while the bus runs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Google Maps on Android; OpenStreetMap on Windows and web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Students see buses of their department; the driver sees their own; admin only watches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that get resolved</a:t>
            </a:r>
            <a:endParaRPr lang="en-US" sz="3200" dirty="0"/>
          </a:p>
        </p:txBody>
      </p:sp>
      <p:sp>
        <p:nvSpPr>
          <p:cNvPr id="3" name="status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5C7A8F"/>
          </a:solidFill>
          <a:ln w="12700">
            <a:solidFill>
              <a:srgbClr val="5C7A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801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&gt;</a:t>
            </a:r>
            <a:endParaRPr lang="en-US" sz="2400" dirty="0"/>
          </a:p>
        </p:txBody>
      </p:sp>
      <p:sp>
        <p:nvSpPr>
          <p:cNvPr id="6" name="status"/>
          <p:cNvSpPr/>
          <p:nvPr/>
        </p:nvSpPr>
        <p:spPr>
          <a:xfrm>
            <a:off x="260604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Working on 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2801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&gt;</a:t>
            </a:r>
            <a:endParaRPr lang="en-US" sz="2400" dirty="0"/>
          </a:p>
        </p:txBody>
      </p:sp>
      <p:sp>
        <p:nvSpPr>
          <p:cNvPr id="9" name="status"/>
          <p:cNvSpPr/>
          <p:nvPr/>
        </p:nvSpPr>
        <p:spPr>
          <a:xfrm>
            <a:off x="475488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Resolved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28016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&gt;</a:t>
            </a:r>
            <a:endParaRPr lang="en-US" sz="2400" dirty="0"/>
          </a:p>
        </p:txBody>
      </p:sp>
      <p:sp>
        <p:nvSpPr>
          <p:cNvPr id="12" name="status"/>
          <p:cNvSpPr/>
          <p:nvPr/>
        </p:nvSpPr>
        <p:spPr>
          <a:xfrm>
            <a:off x="690372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Closed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31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Anyone can file one, optionally anonymously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Seen only by the filer, the Grievance Committee, admin staff and admin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committee marks it Resolved; the person who filed it confirms (Closed) or sends it back to Working on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Replies between committee and complainant, even for anonymous complaints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chatbot and tech news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Doubt-clearing assistant powered by the Google Gemini API, with automatic retries when the service is busy and clickable links in answers.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663440" y="1234440"/>
            <a:ext cx="40233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4828032" y="1399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362456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news by department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947672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reps, teachers and administration post, with optional poster pictures. Students read their own department's feed. Links are clickable.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layer"/>
          <p:cNvSpPr/>
          <p:nvPr/>
        </p:nvSpPr>
        <p:spPr>
          <a:xfrm>
            <a:off x="457200" y="118872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Screens (Flutter widgets)</a:t>
            </a:r>
            <a:endParaRPr lang="en-US" sz="1500" dirty="0"/>
          </a:p>
        </p:txBody>
      </p:sp>
      <p:sp>
        <p:nvSpPr>
          <p:cNvPr id="5" name="layer"/>
          <p:cNvSpPr/>
          <p:nvPr/>
        </p:nvSpPr>
        <p:spPr>
          <a:xfrm>
            <a:off x="457200" y="20574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6C5B9E"/>
          </a:solidFill>
          <a:ln w="12700">
            <a:solidFill>
              <a:srgbClr val="6C5B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Controllers and permissions (Provider, Rbac)</a:t>
            </a:r>
            <a:endParaRPr lang="en-US" sz="1500" dirty="0"/>
          </a:p>
        </p:txBody>
      </p:sp>
      <p:sp>
        <p:nvSpPr>
          <p:cNvPr id="7" name="layer"/>
          <p:cNvSpPr/>
          <p:nvPr/>
        </p:nvSpPr>
        <p:spPr>
          <a:xfrm>
            <a:off x="457200" y="292608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 interface</a:t>
            </a:r>
            <a:endParaRPr lang="en-US" sz="1500" dirty="0"/>
          </a:p>
        </p:txBody>
      </p:sp>
      <p:sp>
        <p:nvSpPr>
          <p:cNvPr id="9" name="layer"/>
          <p:cNvSpPr/>
          <p:nvPr/>
        </p:nvSpPr>
        <p:spPr>
          <a:xfrm>
            <a:off x="457200" y="37947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E9E83"/>
          </a:solidFill>
          <a:ln w="12700">
            <a:solidFill>
              <a:srgbClr val="2E9E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Firebase backend</a:t>
            </a:r>
            <a:endParaRPr lang="en-US" sz="1400" dirty="0"/>
          </a:p>
        </p:txBody>
      </p:sp>
      <p:sp>
        <p:nvSpPr>
          <p:cNvPr id="11" name="layer"/>
          <p:cNvSpPr/>
          <p:nvPr/>
        </p:nvSpPr>
        <p:spPr>
          <a:xfrm>
            <a:off x="2926080" y="379476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5C7A8F"/>
          </a:solidFill>
          <a:ln w="12700">
            <a:solidFill>
              <a:srgbClr val="5C7A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26080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Demo backend (in memory)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1887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Flutter + Dart, one code 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Firebase Auth (email + password)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 Firestore with security rules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Images stored inside documents, so no paid storage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demo backend lets the app run and be tested without any server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Quality: tested end to end</a:t>
            </a:r>
            <a:endParaRPr lang="en-US" sz="3200" dirty="0"/>
          </a:p>
        </p:txBody>
      </p:sp>
      <p:sp>
        <p:nvSpPr>
          <p:cNvPr id="3" name="stat-card"/>
          <p:cNvSpPr/>
          <p:nvPr/>
        </p:nvSpPr>
        <p:spPr>
          <a:xfrm>
            <a:off x="45720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Flutter tests: permissions, models, backend, full screen flows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329184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database-rule tests run on the Firestore emulator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6126480" y="128016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86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analyzer warnings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Rule tests were also checked by deliberately weakening a rule and confirming a test fails.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three platforms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-bg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phones; Google Maps; GPS sharing for drivers.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3410712" y="139903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0876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built from the same code; runs from a zipped folder.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-bg"/>
          <p:cNvSpPr/>
          <p:nvPr/>
        </p:nvSpPr>
        <p:spPr>
          <a:xfrm>
            <a:off x="6199632" y="139903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36245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47672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free on Firebase Hosting at e-campus-de3be.web.app, so anyone with the link can use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Known limits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push notifications when the app is closed (needs a paid plan)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Activity log is written by the app, not tamper-proof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Free routing server has no uptime guarantee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Real-device GPS and gallery testing still to do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Push notifications and Cloud Functions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 assignment submissions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 results and fee payments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iOS and macOS releases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0972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live demo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e-campus-de3be.web.app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-Campus">
  <a:themeElements>
    <a:clrScheme name="E-Campus">
      <a:dk1>
        <a:srgbClr val="102A43"/>
      </a:dk1>
      <a:lt1>
        <a:srgbClr val="FFFFFF"/>
      </a:lt1>
      <a:dk2>
        <a:srgbClr val="0B3C5D"/>
      </a:dk2>
      <a:lt2>
        <a:srgbClr val="EEF3F7"/>
      </a:lt2>
      <a:accent1>
        <a:srgbClr val="1C7293"/>
      </a:accent1>
      <a:accent2>
        <a:srgbClr val="F2A541"/>
      </a:accent2>
      <a:accent3>
        <a:srgbClr val="2E9E83"/>
      </a:accent3>
      <a:accent4>
        <a:srgbClr val="D1495B"/>
      </a:accent4>
      <a:accent5>
        <a:srgbClr val="6C5B9E"/>
      </a:accent5>
      <a:accent6>
        <a:srgbClr val="5C7A8F"/>
      </a:accent6>
      <a:hlink>
        <a:srgbClr val="1C7293"/>
      </a:hlink>
      <a:folHlink>
        <a:srgbClr val="6C5B9E"/>
      </a:folHlink>
    </a:clrScheme>
    <a:fontScheme name="E-Camp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E-Campus - College Management App</dc:title>
  <dc:subject>PptxGenJS Presentation</dc:subject>
  <dc:creator>E-Campus team</dc:creator>
  <cp:lastModifiedBy>E-Campus team</cp:lastModifiedBy>
  <cp:revision>1</cp:revision>
  <dcterms:created xsi:type="dcterms:W3CDTF">2026-10-09T09:08:28Z</dcterms:created>
  <dcterms:modified xsi:type="dcterms:W3CDTF">2026-10-09T09:08:28Z</dcterms:modified>
</cp:coreProperties>
</file>